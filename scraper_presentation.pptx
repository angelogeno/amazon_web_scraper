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0B79BF"/>
          </a:solidFill>
          <a:ln/>
        </p:spPr>
      </p:sp>
      <p:sp>
        <p:nvSpPr>
          <p:cNvPr id="4" name="Shape 2"/>
          <p:cNvSpPr/>
          <p:nvPr/>
        </p:nvSpPr>
        <p:spPr>
          <a:xfrm>
            <a:off x="3895344" y="0"/>
            <a:ext cx="5248656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Coffee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Playwright · BeautifulSoup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663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097280"/>
            <a:ext cx="2103120" cy="475488"/>
          </a:xfrm>
          <a:prstGeom prst="rect">
            <a:avLst/>
          </a:prstGeom>
          <a:solidFill>
            <a:srgbClr val="0B79BF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09728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1097280"/>
            <a:ext cx="2103120" cy="4754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09728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06240" y="1755648"/>
            <a:ext cx="2103120" cy="47548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75564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1755648"/>
            <a:ext cx="2103120" cy="47548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75564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2414016"/>
            <a:ext cx="2103120" cy="4754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241401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Output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0" y="4389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clean CSV data ready for analysis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79B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Scraper Do?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automated data collection from Amazon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325880"/>
            <a:ext cx="2606040" cy="1280160"/>
          </a:xfrm>
          <a:prstGeom prst="rect">
            <a:avLst/>
          </a:prstGeom>
          <a:solidFill>
            <a:srgbClr val="E8F4FD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83794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11226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Crawls Amazon search results for instant coffee across up to 3 pages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606040" cy="12801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1732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83794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URLs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11226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product links, deduplicated by ASIN — no duplicates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606040" cy="12801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41732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0" y="183794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Pages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211226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each product page concurrently in 2 async browser tabs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2606040" cy="12801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2608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33467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Data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62102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name, brand, price, weight, rating, reviews, stock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2834640"/>
            <a:ext cx="2606040" cy="12801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292608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91840" y="33467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CSV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91840" y="362102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all results to amazon_instant_coffee.csv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79B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Per Product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fields extracted from every Amazon product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325880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25880"/>
            <a:ext cx="64008" cy="566928"/>
          </a:xfrm>
          <a:prstGeom prst="rect">
            <a:avLst/>
          </a:prstGeom>
          <a:solidFill>
            <a:srgbClr val="0B79BF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38074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6002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Amazon product 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325880"/>
            <a:ext cx="64008" cy="56692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38074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6002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title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002536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002536"/>
            <a:ext cx="64008" cy="5669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20574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22768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Byline, table, or JSON-LD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002536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002536"/>
            <a:ext cx="64008" cy="56692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20574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(USD)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22768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Numeric, symbols stripped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679192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679192"/>
            <a:ext cx="64008" cy="5669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27340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295351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/ volume from details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679192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679192"/>
            <a:ext cx="64008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4828032" y="27340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8032" y="295351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 (e.g. 4.5)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3355848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355848"/>
            <a:ext cx="64008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" y="34107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Count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" y="36301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 reviews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355848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355848"/>
            <a:ext cx="64008" cy="5669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4828032" y="34107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28032" y="36301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Stock / Out of Stock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032504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032504"/>
            <a:ext cx="64008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530352" y="40873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" y="430682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link, no query string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4032504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4032504"/>
            <a:ext cx="64008" cy="5669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5" name="Text 43"/>
          <p:cNvSpPr/>
          <p:nvPr/>
        </p:nvSpPr>
        <p:spPr>
          <a:xfrm>
            <a:off x="4828032" y="40873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At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28032" y="430682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of collection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79B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Anti-Detection Strategy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scraper avoids being blocked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98448"/>
            <a:ext cx="2743200" cy="35661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2743200" cy="457200"/>
          </a:xfrm>
          <a:prstGeom prst="rect">
            <a:avLst/>
          </a:prstGeom>
          <a:solidFill>
            <a:srgbClr val="0B79B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 JS Patches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navigator.webdriver → undefined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navigator.plugins spoofed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9992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navigator.languages set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window.chrome.runtime patched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Permissions API patched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1298448"/>
            <a:ext cx="2743200" cy="35661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298448"/>
            <a:ext cx="2743200" cy="4572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Flags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186537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AutomationControlled disabled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83280" y="243230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channel='chrome' binary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0" y="29992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Headless mode OFF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83280" y="3566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--start-maximized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83280" y="41330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Randomised User-Agent string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1298448"/>
            <a:ext cx="2743200" cy="35661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1298448"/>
            <a:ext cx="2743200" cy="4572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Behaviour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186537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2–5s random delays between pages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9360" y="243230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Concurrency capped at 2 tabs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09360" y="29992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Exponential back-off on retry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3566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8–15s wait on block detection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41330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retries per page / product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79B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Usage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running in 3 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98448"/>
            <a:ext cx="2743200" cy="35661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417320"/>
            <a:ext cx="457200" cy="457200"/>
          </a:xfrm>
          <a:prstGeom prst="ellipse">
            <a:avLst/>
          </a:prstGeom>
          <a:solidFill>
            <a:srgbClr val="0B79BF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195681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331720"/>
            <a:ext cx="2560320" cy="23774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2316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create -n scraping_env python=3.11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95351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activate scraping_env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34838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playwright beautifulsoup4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401421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 install chrome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46120" y="1298448"/>
            <a:ext cx="2743200" cy="35661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1417320"/>
            <a:ext cx="457200" cy="45720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42519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37560" y="195681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37560" y="2331720"/>
            <a:ext cx="2560320" cy="23774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242316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MAX_PAGES = 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29000" y="295351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CONCURRENCY = 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29000" y="34838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HEADLESS = False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29000" y="401421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OUTPUT_FILE = 'coffee.csv'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72200" y="1298448"/>
            <a:ext cx="2743200" cy="35661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78040" y="141732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7" name="Text 25"/>
          <p:cNvSpPr/>
          <p:nvPr/>
        </p:nvSpPr>
        <p:spPr>
          <a:xfrm>
            <a:off x="71780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63640" y="195681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2331720"/>
            <a:ext cx="2560320" cy="23774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242316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amazon_scraper.py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55080" y="295351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55080" y="34838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55080" y="401421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amazon_instant_coffee.csv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B79BF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822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Scrape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 · 10 fields · CSV output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3657600" cy="5943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311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Playwright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48716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 with real Chrome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3657600" cy="5943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6265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21868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Multi-selector HTML field extraction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2194560"/>
            <a:ext cx="3657600" cy="5943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2311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48716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scraping with bounded semaphore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2926080"/>
            <a:ext cx="3657600" cy="5943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296265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Anti-detection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321868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 JS, random delays, Chrome flags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86000" y="4526280"/>
            <a:ext cx="4572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amazon_scraper.py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2026-07-20T21:23:05Z</dcterms:created>
  <dcterms:modified xsi:type="dcterms:W3CDTF">2026-07-20T21:23:05Z</dcterms:modified>
</cp:coreProperties>
</file>